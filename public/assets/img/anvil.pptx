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828800" cy="1554163"/>
  <p:notesSz cx="6858000" cy="9144000"/>
  <p:defaultTextStyle>
    <a:defPPr>
      <a:defRPr lang="en-US"/>
    </a:defPPr>
    <a:lvl1pPr marL="0" algn="l" defTabSz="175565" rtl="0" eaLnBrk="1" latinLnBrk="0" hangingPunct="1">
      <a:defRPr sz="346" kern="1200">
        <a:solidFill>
          <a:schemeClr val="tx1"/>
        </a:solidFill>
        <a:latin typeface="+mn-lt"/>
        <a:ea typeface="+mn-ea"/>
        <a:cs typeface="+mn-cs"/>
      </a:defRPr>
    </a:lvl1pPr>
    <a:lvl2pPr marL="87782" algn="l" defTabSz="175565" rtl="0" eaLnBrk="1" latinLnBrk="0" hangingPunct="1">
      <a:defRPr sz="346" kern="1200">
        <a:solidFill>
          <a:schemeClr val="tx1"/>
        </a:solidFill>
        <a:latin typeface="+mn-lt"/>
        <a:ea typeface="+mn-ea"/>
        <a:cs typeface="+mn-cs"/>
      </a:defRPr>
    </a:lvl2pPr>
    <a:lvl3pPr marL="175565" algn="l" defTabSz="175565" rtl="0" eaLnBrk="1" latinLnBrk="0" hangingPunct="1">
      <a:defRPr sz="346" kern="1200">
        <a:solidFill>
          <a:schemeClr val="tx1"/>
        </a:solidFill>
        <a:latin typeface="+mn-lt"/>
        <a:ea typeface="+mn-ea"/>
        <a:cs typeface="+mn-cs"/>
      </a:defRPr>
    </a:lvl3pPr>
    <a:lvl4pPr marL="263347" algn="l" defTabSz="175565" rtl="0" eaLnBrk="1" latinLnBrk="0" hangingPunct="1">
      <a:defRPr sz="346" kern="1200">
        <a:solidFill>
          <a:schemeClr val="tx1"/>
        </a:solidFill>
        <a:latin typeface="+mn-lt"/>
        <a:ea typeface="+mn-ea"/>
        <a:cs typeface="+mn-cs"/>
      </a:defRPr>
    </a:lvl4pPr>
    <a:lvl5pPr marL="351130" algn="l" defTabSz="175565" rtl="0" eaLnBrk="1" latinLnBrk="0" hangingPunct="1">
      <a:defRPr sz="346" kern="1200">
        <a:solidFill>
          <a:schemeClr val="tx1"/>
        </a:solidFill>
        <a:latin typeface="+mn-lt"/>
        <a:ea typeface="+mn-ea"/>
        <a:cs typeface="+mn-cs"/>
      </a:defRPr>
    </a:lvl5pPr>
    <a:lvl6pPr marL="438912" algn="l" defTabSz="175565" rtl="0" eaLnBrk="1" latinLnBrk="0" hangingPunct="1">
      <a:defRPr sz="346" kern="1200">
        <a:solidFill>
          <a:schemeClr val="tx1"/>
        </a:solidFill>
        <a:latin typeface="+mn-lt"/>
        <a:ea typeface="+mn-ea"/>
        <a:cs typeface="+mn-cs"/>
      </a:defRPr>
    </a:lvl6pPr>
    <a:lvl7pPr marL="526694" algn="l" defTabSz="175565" rtl="0" eaLnBrk="1" latinLnBrk="0" hangingPunct="1">
      <a:defRPr sz="346" kern="1200">
        <a:solidFill>
          <a:schemeClr val="tx1"/>
        </a:solidFill>
        <a:latin typeface="+mn-lt"/>
        <a:ea typeface="+mn-ea"/>
        <a:cs typeface="+mn-cs"/>
      </a:defRPr>
    </a:lvl7pPr>
    <a:lvl8pPr marL="614477" algn="l" defTabSz="175565" rtl="0" eaLnBrk="1" latinLnBrk="0" hangingPunct="1">
      <a:defRPr sz="346" kern="1200">
        <a:solidFill>
          <a:schemeClr val="tx1"/>
        </a:solidFill>
        <a:latin typeface="+mn-lt"/>
        <a:ea typeface="+mn-ea"/>
        <a:cs typeface="+mn-cs"/>
      </a:defRPr>
    </a:lvl8pPr>
    <a:lvl9pPr marL="702259" algn="l" defTabSz="175565" rtl="0" eaLnBrk="1" latinLnBrk="0" hangingPunct="1">
      <a:defRPr sz="346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25"/>
  </p:normalViewPr>
  <p:slideViewPr>
    <p:cSldViewPr snapToGrid="0" snapToObjects="1">
      <p:cViewPr varScale="1">
        <p:scale>
          <a:sx n="400" d="100"/>
          <a:sy n="400" d="100"/>
        </p:scale>
        <p:origin x="200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" y="254350"/>
            <a:ext cx="1554480" cy="541079"/>
          </a:xfrm>
        </p:spPr>
        <p:txBody>
          <a:bodyPr anchor="b"/>
          <a:lstStyle>
            <a:lvl1pPr algn="ctr"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816295"/>
            <a:ext cx="1371600" cy="375230"/>
          </a:xfrm>
        </p:spPr>
        <p:txBody>
          <a:bodyPr/>
          <a:lstStyle>
            <a:lvl1pPr marL="0" indent="0" algn="ctr">
              <a:buNone/>
              <a:defRPr sz="480"/>
            </a:lvl1pPr>
            <a:lvl2pPr marL="91440" indent="0" algn="ctr">
              <a:buNone/>
              <a:defRPr sz="400"/>
            </a:lvl2pPr>
            <a:lvl3pPr marL="182880" indent="0" algn="ctr">
              <a:buNone/>
              <a:defRPr sz="360"/>
            </a:lvl3pPr>
            <a:lvl4pPr marL="274320" indent="0" algn="ctr">
              <a:buNone/>
              <a:defRPr sz="320"/>
            </a:lvl4pPr>
            <a:lvl5pPr marL="365760" indent="0" algn="ctr">
              <a:buNone/>
              <a:defRPr sz="320"/>
            </a:lvl5pPr>
            <a:lvl6pPr marL="457200" indent="0" algn="ctr">
              <a:buNone/>
              <a:defRPr sz="320"/>
            </a:lvl6pPr>
            <a:lvl7pPr marL="548640" indent="0" algn="ctr">
              <a:buNone/>
              <a:defRPr sz="320"/>
            </a:lvl7pPr>
            <a:lvl8pPr marL="640080" indent="0" algn="ctr">
              <a:buNone/>
              <a:defRPr sz="320"/>
            </a:lvl8pPr>
            <a:lvl9pPr marL="731520" indent="0" algn="ctr">
              <a:buNone/>
              <a:defRPr sz="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7451-14A6-2142-8041-A0D49E200FE3}" type="datetimeFigureOut">
              <a:rPr lang="en-US" smtClean="0"/>
              <a:t>11/28/19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3CC6A-7028-5849-B221-F4CD100E0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72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7451-14A6-2142-8041-A0D49E200FE3}" type="datetimeFigureOut">
              <a:rPr lang="en-US" smtClean="0"/>
              <a:t>11/28/19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3CC6A-7028-5849-B221-F4CD100E0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5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8" y="387462"/>
            <a:ext cx="1577340" cy="646489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8" y="1040067"/>
            <a:ext cx="1577340" cy="339973"/>
          </a:xfrm>
        </p:spPr>
        <p:txBody>
          <a:bodyPr/>
          <a:lstStyle>
            <a:lvl1pPr marL="0" indent="0">
              <a:buNone/>
              <a:defRPr sz="480">
                <a:solidFill>
                  <a:schemeClr val="tx1"/>
                </a:solidFill>
              </a:defRPr>
            </a:lvl1pPr>
            <a:lvl2pPr marL="9144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2pPr>
            <a:lvl3pPr marL="182880" indent="0">
              <a:buNone/>
              <a:defRPr sz="360">
                <a:solidFill>
                  <a:schemeClr val="tx1">
                    <a:tint val="75000"/>
                  </a:schemeClr>
                </a:solidFill>
              </a:defRPr>
            </a:lvl3pPr>
            <a:lvl4pPr marL="2743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4pPr>
            <a:lvl5pPr marL="36576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5pPr>
            <a:lvl6pPr marL="45720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6pPr>
            <a:lvl7pPr marL="54864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7pPr>
            <a:lvl8pPr marL="64008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8pPr>
            <a:lvl9pPr marL="7315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7451-14A6-2142-8041-A0D49E200FE3}" type="datetimeFigureOut">
              <a:rPr lang="en-US" smtClean="0"/>
              <a:t>11/28/19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3CC6A-7028-5849-B221-F4CD100E0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17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" y="413724"/>
            <a:ext cx="777240" cy="98610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" y="413724"/>
            <a:ext cx="777240" cy="98610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7451-14A6-2142-8041-A0D49E200FE3}" type="datetimeFigureOut">
              <a:rPr lang="en-US" smtClean="0"/>
              <a:t>11/28/19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3CC6A-7028-5849-B221-F4CD100E0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84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82745"/>
            <a:ext cx="1577340" cy="300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" y="380986"/>
            <a:ext cx="773668" cy="186715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" y="567701"/>
            <a:ext cx="773668" cy="8350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" y="380986"/>
            <a:ext cx="777478" cy="186715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" y="567701"/>
            <a:ext cx="777478" cy="8350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7451-14A6-2142-8041-A0D49E200FE3}" type="datetimeFigureOut">
              <a:rPr lang="en-US" smtClean="0"/>
              <a:t>11/28/19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3CC6A-7028-5849-B221-F4CD100E0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84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7451-14A6-2142-8041-A0D49E200FE3}" type="datetimeFigureOut">
              <a:rPr lang="en-US" smtClean="0"/>
              <a:t>11/28/19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3CC6A-7028-5849-B221-F4CD100E0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2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7451-14A6-2142-8041-A0D49E200FE3}" type="datetimeFigureOut">
              <a:rPr lang="en-US" smtClean="0"/>
              <a:t>11/28/19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3CC6A-7028-5849-B221-F4CD100E0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7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103611"/>
            <a:ext cx="589836" cy="362638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" y="223771"/>
            <a:ext cx="925830" cy="1104463"/>
          </a:xfrm>
        </p:spPr>
        <p:txBody>
          <a:bodyPr/>
          <a:lstStyle>
            <a:lvl1pPr>
              <a:defRPr sz="640"/>
            </a:lvl1pPr>
            <a:lvl2pPr>
              <a:defRPr sz="560"/>
            </a:lvl2pPr>
            <a:lvl3pPr>
              <a:defRPr sz="48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" y="466249"/>
            <a:ext cx="589836" cy="863784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7451-14A6-2142-8041-A0D49E200FE3}" type="datetimeFigureOut">
              <a:rPr lang="en-US" smtClean="0"/>
              <a:t>11/28/19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3CC6A-7028-5849-B221-F4CD100E0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0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103611"/>
            <a:ext cx="589836" cy="362638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" y="223771"/>
            <a:ext cx="925830" cy="1104463"/>
          </a:xfrm>
        </p:spPr>
        <p:txBody>
          <a:bodyPr anchor="t"/>
          <a:lstStyle>
            <a:lvl1pPr marL="0" indent="0">
              <a:buNone/>
              <a:defRPr sz="640"/>
            </a:lvl1pPr>
            <a:lvl2pPr marL="91440" indent="0">
              <a:buNone/>
              <a:defRPr sz="560"/>
            </a:lvl2pPr>
            <a:lvl3pPr marL="182880" indent="0">
              <a:buNone/>
              <a:defRPr sz="480"/>
            </a:lvl3pPr>
            <a:lvl4pPr marL="274320" indent="0">
              <a:buNone/>
              <a:defRPr sz="400"/>
            </a:lvl4pPr>
            <a:lvl5pPr marL="365760" indent="0">
              <a:buNone/>
              <a:defRPr sz="400"/>
            </a:lvl5pPr>
            <a:lvl6pPr marL="457200" indent="0">
              <a:buNone/>
              <a:defRPr sz="400"/>
            </a:lvl6pPr>
            <a:lvl7pPr marL="548640" indent="0">
              <a:buNone/>
              <a:defRPr sz="400"/>
            </a:lvl7pPr>
            <a:lvl8pPr marL="640080" indent="0">
              <a:buNone/>
              <a:defRPr sz="400"/>
            </a:lvl8pPr>
            <a:lvl9pPr marL="731520" indent="0">
              <a:buNone/>
              <a:defRPr sz="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" y="466249"/>
            <a:ext cx="589836" cy="863784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7451-14A6-2142-8041-A0D49E200FE3}" type="datetimeFigureOut">
              <a:rPr lang="en-US" smtClean="0"/>
              <a:t>11/28/19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3CC6A-7028-5849-B221-F4CD100E0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2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7451-14A6-2142-8041-A0D49E200FE3}" type="datetimeFigureOut">
              <a:rPr lang="en-US" smtClean="0"/>
              <a:t>11/28/19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3CC6A-7028-5849-B221-F4CD100E0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0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" y="82745"/>
            <a:ext cx="394335" cy="13170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" y="82745"/>
            <a:ext cx="1160145" cy="131708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7451-14A6-2142-8041-A0D49E200FE3}" type="datetimeFigureOut">
              <a:rPr lang="en-US" smtClean="0"/>
              <a:t>11/28/19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3CC6A-7028-5849-B221-F4CD100E0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4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" y="82745"/>
            <a:ext cx="1577340" cy="30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" y="413724"/>
            <a:ext cx="1577340" cy="986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" y="1440479"/>
            <a:ext cx="411480" cy="827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47451-14A6-2142-8041-A0D49E200FE3}" type="datetimeFigureOut">
              <a:rPr lang="en-US" smtClean="0"/>
              <a:t>11/28/19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" y="1440479"/>
            <a:ext cx="617220" cy="827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" y="1440479"/>
            <a:ext cx="411480" cy="827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3CC6A-7028-5849-B221-F4CD100E0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7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2880" rtl="0" eaLnBrk="1" latinLnBrk="0" hangingPunct="1">
        <a:lnSpc>
          <a:spcPct val="90000"/>
        </a:lnSpc>
        <a:spcBef>
          <a:spcPct val="0"/>
        </a:spcBef>
        <a:buNone/>
        <a:defRPr sz="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" indent="-45720" algn="l" defTabSz="18288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56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AB6B83-479A-2F4F-949B-B2CF8757AA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47"/>
          <a:stretch/>
        </p:blipFill>
        <p:spPr>
          <a:xfrm>
            <a:off x="0" y="624676"/>
            <a:ext cx="1828800" cy="92789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0E54A36-D32A-C145-8A08-FC41992763A3}"/>
              </a:ext>
            </a:extLst>
          </p:cNvPr>
          <p:cNvGrpSpPr/>
          <p:nvPr/>
        </p:nvGrpSpPr>
        <p:grpSpPr>
          <a:xfrm>
            <a:off x="1" y="88106"/>
            <a:ext cx="1779389" cy="645144"/>
            <a:chOff x="1" y="-137319"/>
            <a:chExt cx="1779389" cy="64514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6C991F-2622-D74A-A8A2-F517BA342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" y="-137319"/>
              <a:ext cx="657225" cy="54768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04FE96D-ABB4-574C-82A3-15861117E8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7868"/>
            <a:stretch/>
          </p:blipFill>
          <p:spPr>
            <a:xfrm>
              <a:off x="700089" y="-73025"/>
              <a:ext cx="1079301" cy="580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8803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Levi.Waldron56</dc:creator>
  <cp:lastModifiedBy>Levi.Waldron56</cp:lastModifiedBy>
  <cp:revision>3</cp:revision>
  <dcterms:created xsi:type="dcterms:W3CDTF">2019-11-28T09:54:10Z</dcterms:created>
  <dcterms:modified xsi:type="dcterms:W3CDTF">2019-11-28T10:08:59Z</dcterms:modified>
</cp:coreProperties>
</file>